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35732-BF7F-42DB-824A-4B0FED557EE0}" v="535" dt="2026-09-20T11:10:51.274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3" d="100"/>
          <a:sy n="63" d="100"/>
        </p:scale>
        <p:origin x="724" y="5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 Maragani" userId="057e775057b23614" providerId="LiveId" clId="{EE8BEC49-36E5-48FE-B064-8463195D3BC3}"/>
    <pc:docChg chg="undo custSel modSld">
      <pc:chgData name="Harshith Maragani" userId="057e775057b23614" providerId="LiveId" clId="{EE8BEC49-36E5-48FE-B064-8463195D3BC3}" dt="2026-09-20T11:10:58.648" v="772" actId="14100"/>
      <pc:docMkLst>
        <pc:docMk/>
      </pc:docMkLst>
      <pc:sldChg chg="modSp mod modAnim">
        <pc:chgData name="Harshith Maragani" userId="057e775057b23614" providerId="LiveId" clId="{EE8BEC49-36E5-48FE-B064-8463195D3BC3}" dt="2026-09-18T09:08:19.344" v="311" actId="255"/>
        <pc:sldMkLst>
          <pc:docMk/>
          <pc:sldMk cId="1341901065" sldId="302"/>
        </pc:sldMkLst>
        <pc:spChg chg="mod">
          <ac:chgData name="Harshith Maragani" userId="057e775057b23614" providerId="LiveId" clId="{EE8BEC49-36E5-48FE-B064-8463195D3BC3}" dt="2026-09-18T09:08:19.344" v="311" actId="255"/>
          <ac:spMkLst>
            <pc:docMk/>
            <pc:sldMk cId="1341901065" sldId="302"/>
            <ac:spMk id="7" creationId="{B21C28F5-3CA3-4B78-B5C9-550C00BB3174}"/>
          </ac:spMkLst>
        </pc:spChg>
      </pc:sldChg>
      <pc:sldChg chg="delSp modSp mod">
        <pc:chgData name="Harshith Maragani" userId="057e775057b23614" providerId="LiveId" clId="{EE8BEC49-36E5-48FE-B064-8463195D3BC3}" dt="2026-09-20T11:09:49.256" v="690" actId="255"/>
        <pc:sldMkLst>
          <pc:docMk/>
          <pc:sldMk cId="3401748718" sldId="304"/>
        </pc:sldMkLst>
        <pc:spChg chg="mod">
          <ac:chgData name="Harshith Maragani" userId="057e775057b23614" providerId="LiveId" clId="{EE8BEC49-36E5-48FE-B064-8463195D3BC3}" dt="2026-09-20T11:09:49.256" v="690" actId="255"/>
          <ac:spMkLst>
            <pc:docMk/>
            <pc:sldMk cId="3401748718" sldId="304"/>
            <ac:spMk id="3" creationId="{D88C20CF-C1EE-4092-B52D-FD4AB2AB2508}"/>
          </ac:spMkLst>
        </pc:spChg>
        <pc:spChg chg="del">
          <ac:chgData name="Harshith Maragani" userId="057e775057b23614" providerId="LiveId" clId="{EE8BEC49-36E5-48FE-B064-8463195D3BC3}" dt="2026-09-20T11:09:26.540" v="688" actId="21"/>
          <ac:spMkLst>
            <pc:docMk/>
            <pc:sldMk cId="3401748718" sldId="304"/>
            <ac:spMk id="12" creationId="{BC277FD7-925B-4C3D-A364-118403201507}"/>
          </ac:spMkLst>
        </pc:spChg>
      </pc:sldChg>
      <pc:sldChg chg="modSp mod">
        <pc:chgData name="Harshith Maragani" userId="057e775057b23614" providerId="LiveId" clId="{EE8BEC49-36E5-48FE-B064-8463195D3BC3}" dt="2026-09-18T08:04:42.453" v="278" actId="113"/>
        <pc:sldMkLst>
          <pc:docMk/>
          <pc:sldMk cId="3696770303" sldId="315"/>
        </pc:sldMkLst>
        <pc:spChg chg="mod">
          <ac:chgData name="Harshith Maragani" userId="057e775057b23614" providerId="LiveId" clId="{EE8BEC49-36E5-48FE-B064-8463195D3BC3}" dt="2026-09-18T08:04:42.453" v="278" actId="113"/>
          <ac:spMkLst>
            <pc:docMk/>
            <pc:sldMk cId="3696770303" sldId="315"/>
            <ac:spMk id="3" creationId="{EBF2FBC7-3552-4F01-BB27-8BEEE74F7277}"/>
          </ac:spMkLst>
        </pc:spChg>
      </pc:sldChg>
      <pc:sldChg chg="modSp mod modAnim">
        <pc:chgData name="Harshith Maragani" userId="057e775057b23614" providerId="LiveId" clId="{EE8BEC49-36E5-48FE-B064-8463195D3BC3}" dt="2026-09-18T08:03:13.590" v="272" actId="255"/>
        <pc:sldMkLst>
          <pc:docMk/>
          <pc:sldMk cId="3098548442" sldId="327"/>
        </pc:sldMkLst>
        <pc:spChg chg="mod">
          <ac:chgData name="Harshith Maragani" userId="057e775057b23614" providerId="LiveId" clId="{EE8BEC49-36E5-48FE-B064-8463195D3BC3}" dt="2026-09-18T08:03:13.590" v="272" actId="255"/>
          <ac:spMkLst>
            <pc:docMk/>
            <pc:sldMk cId="3098548442" sldId="327"/>
            <ac:spMk id="2" creationId="{E46E4DD1-270B-4C80-AFF0-EB26F132AF36}"/>
          </ac:spMkLst>
        </pc:spChg>
        <pc:spChg chg="mod">
          <ac:chgData name="Harshith Maragani" userId="057e775057b23614" providerId="LiveId" clId="{EE8BEC49-36E5-48FE-B064-8463195D3BC3}" dt="2026-09-18T06:39:42.717" v="189" actId="1076"/>
          <ac:spMkLst>
            <pc:docMk/>
            <pc:sldMk cId="3098548442" sldId="327"/>
            <ac:spMk id="4" creationId="{777CC02B-F7C6-47A8-8C3E-C57C417D9EA3}"/>
          </ac:spMkLst>
        </pc:spChg>
      </pc:sldChg>
      <pc:sldChg chg="modSp mod modAnim">
        <pc:chgData name="Harshith Maragani" userId="057e775057b23614" providerId="LiveId" clId="{EE8BEC49-36E5-48FE-B064-8463195D3BC3}" dt="2026-09-18T09:07:57.237" v="310" actId="5793"/>
        <pc:sldMkLst>
          <pc:docMk/>
          <pc:sldMk cId="48075006" sldId="329"/>
        </pc:sldMkLst>
        <pc:spChg chg="mod">
          <ac:chgData name="Harshith Maragani" userId="057e775057b23614" providerId="LiveId" clId="{EE8BEC49-36E5-48FE-B064-8463195D3BC3}" dt="2026-09-18T09:07:57.237" v="310" actId="5793"/>
          <ac:spMkLst>
            <pc:docMk/>
            <pc:sldMk cId="48075006" sldId="329"/>
            <ac:spMk id="2" creationId="{664E3B60-2780-459A-8583-F095D5E7463A}"/>
          </ac:spMkLst>
        </pc:spChg>
      </pc:sldChg>
      <pc:sldChg chg="modSp mod modAnim">
        <pc:chgData name="Harshith Maragani" userId="057e775057b23614" providerId="LiveId" clId="{EE8BEC49-36E5-48FE-B064-8463195D3BC3}" dt="2026-09-20T10:55:48.833" v="687" actId="20577"/>
        <pc:sldMkLst>
          <pc:docMk/>
          <pc:sldMk cId="1604013440" sldId="338"/>
        </pc:sldMkLst>
        <pc:spChg chg="mod">
          <ac:chgData name="Harshith Maragani" userId="057e775057b23614" providerId="LiveId" clId="{EE8BEC49-36E5-48FE-B064-8463195D3BC3}" dt="2026-09-18T08:04:11.662" v="275" actId="2711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Harshith Maragani" userId="057e775057b23614" providerId="LiveId" clId="{EE8BEC49-36E5-48FE-B064-8463195D3BC3}" dt="2026-09-18T06:37:43.441" v="175" actId="1076"/>
          <ac:spMkLst>
            <pc:docMk/>
            <pc:sldMk cId="1604013440" sldId="338"/>
            <ac:spMk id="3" creationId="{17F04107-8754-E47D-3375-529E689711FA}"/>
          </ac:spMkLst>
        </pc:spChg>
        <pc:spChg chg="mod">
          <ac:chgData name="Harshith Maragani" userId="057e775057b23614" providerId="LiveId" clId="{EE8BEC49-36E5-48FE-B064-8463195D3BC3}" dt="2026-09-20T10:55:48.833" v="687" actId="20577"/>
          <ac:spMkLst>
            <pc:docMk/>
            <pc:sldMk cId="1604013440" sldId="338"/>
            <ac:spMk id="4" creationId="{92056599-CDAA-4367-BEF8-31D6E32518C8}"/>
          </ac:spMkLst>
        </pc:spChg>
      </pc:sldChg>
      <pc:sldChg chg="addSp modSp mod">
        <pc:chgData name="Harshith Maragani" userId="057e775057b23614" providerId="LiveId" clId="{EE8BEC49-36E5-48FE-B064-8463195D3BC3}" dt="2026-09-18T10:30:13.144" v="380" actId="1076"/>
        <pc:sldMkLst>
          <pc:docMk/>
          <pc:sldMk cId="1086225493" sldId="339"/>
        </pc:sldMkLst>
        <pc:picChg chg="add mod">
          <ac:chgData name="Harshith Maragani" userId="057e775057b23614" providerId="LiveId" clId="{EE8BEC49-36E5-48FE-B064-8463195D3BC3}" dt="2026-09-18T10:29:43.473" v="376" actId="14100"/>
          <ac:picMkLst>
            <pc:docMk/>
            <pc:sldMk cId="1086225493" sldId="339"/>
            <ac:picMk id="3" creationId="{F262C87A-4BE1-0DA2-FBA8-5DE4D7ABD947}"/>
          </ac:picMkLst>
        </pc:picChg>
        <pc:picChg chg="add mod">
          <ac:chgData name="Harshith Maragani" userId="057e775057b23614" providerId="LiveId" clId="{EE8BEC49-36E5-48FE-B064-8463195D3BC3}" dt="2026-09-18T10:30:13.144" v="380" actId="1076"/>
          <ac:picMkLst>
            <pc:docMk/>
            <pc:sldMk cId="1086225493" sldId="339"/>
            <ac:picMk id="9" creationId="{B10C93F9-5076-E0CB-C14A-0471D6BB5EF8}"/>
          </ac:picMkLst>
        </pc:picChg>
      </pc:sldChg>
      <pc:sldChg chg="addSp modSp mod modAnim">
        <pc:chgData name="Harshith Maragani" userId="057e775057b23614" providerId="LiveId" clId="{EE8BEC49-36E5-48FE-B064-8463195D3BC3}" dt="2026-09-18T10:36:07.788" v="502" actId="14100"/>
        <pc:sldMkLst>
          <pc:docMk/>
          <pc:sldMk cId="3849627828" sldId="340"/>
        </pc:sldMkLst>
        <pc:spChg chg="mod">
          <ac:chgData name="Harshith Maragani" userId="057e775057b23614" providerId="LiveId" clId="{EE8BEC49-36E5-48FE-B064-8463195D3BC3}" dt="2026-09-18T10:36:07.788" v="502" actId="14100"/>
          <ac:spMkLst>
            <pc:docMk/>
            <pc:sldMk cId="3849627828" sldId="340"/>
            <ac:spMk id="10" creationId="{3A64DB11-806F-1A4C-E0D5-D745D29CED50}"/>
          </ac:spMkLst>
        </pc:spChg>
        <pc:picChg chg="add mod">
          <ac:chgData name="Harshith Maragani" userId="057e775057b23614" providerId="LiveId" clId="{EE8BEC49-36E5-48FE-B064-8463195D3BC3}" dt="2026-09-18T10:33:40.724" v="425" actId="14100"/>
          <ac:picMkLst>
            <pc:docMk/>
            <pc:sldMk cId="3849627828" sldId="340"/>
            <ac:picMk id="3" creationId="{E6B291DB-92D8-22A7-0AC1-605F11213D84}"/>
          </ac:picMkLst>
        </pc:picChg>
        <pc:picChg chg="add mod">
          <ac:chgData name="Harshith Maragani" userId="057e775057b23614" providerId="LiveId" clId="{EE8BEC49-36E5-48FE-B064-8463195D3BC3}" dt="2026-09-18T10:35:46.541" v="475" actId="14100"/>
          <ac:picMkLst>
            <pc:docMk/>
            <pc:sldMk cId="3849627828" sldId="340"/>
            <ac:picMk id="9" creationId="{F3F75E70-958C-3C4C-AE10-C14D5E4D25AB}"/>
          </ac:picMkLst>
        </pc:picChg>
      </pc:sldChg>
      <pc:sldChg chg="addSp modSp mod">
        <pc:chgData name="Harshith Maragani" userId="057e775057b23614" providerId="LiveId" clId="{EE8BEC49-36E5-48FE-B064-8463195D3BC3}" dt="2026-09-18T09:11:03.776" v="373" actId="1076"/>
        <pc:sldMkLst>
          <pc:docMk/>
          <pc:sldMk cId="776828144" sldId="341"/>
        </pc:sldMkLst>
        <pc:spChg chg="add mod">
          <ac:chgData name="Harshith Maragani" userId="057e775057b23614" providerId="LiveId" clId="{EE8BEC49-36E5-48FE-B064-8463195D3BC3}" dt="2026-09-18T09:10:48.702" v="372" actId="1076"/>
          <ac:spMkLst>
            <pc:docMk/>
            <pc:sldMk cId="776828144" sldId="341"/>
            <ac:spMk id="3" creationId="{5982C2EA-C3E7-B2FC-49FB-3C78F76ABC67}"/>
          </ac:spMkLst>
        </pc:spChg>
        <pc:spChg chg="mod">
          <ac:chgData name="Harshith Maragani" userId="057e775057b23614" providerId="LiveId" clId="{EE8BEC49-36E5-48FE-B064-8463195D3BC3}" dt="2026-09-18T09:11:03.776" v="373" actId="1076"/>
          <ac:spMkLst>
            <pc:docMk/>
            <pc:sldMk cId="776828144" sldId="341"/>
            <ac:spMk id="4" creationId="{9B097C2C-D75A-31D4-CD9F-366F39CDE51D}"/>
          </ac:spMkLst>
        </pc:spChg>
        <pc:spChg chg="mod">
          <ac:chgData name="Harshith Maragani" userId="057e775057b23614" providerId="LiveId" clId="{EE8BEC49-36E5-48FE-B064-8463195D3BC3}" dt="2026-09-18T09:09:55.942" v="312" actId="14100"/>
          <ac:spMkLst>
            <pc:docMk/>
            <pc:sldMk cId="776828144" sldId="341"/>
            <ac:spMk id="7" creationId="{B7444DDE-63A3-9721-77CC-C93FED110DAF}"/>
          </ac:spMkLst>
        </pc:spChg>
      </pc:sldChg>
      <pc:sldChg chg="modSp mod">
        <pc:chgData name="Harshith Maragani" userId="057e775057b23614" providerId="LiveId" clId="{EE8BEC49-36E5-48FE-B064-8463195D3BC3}" dt="2026-09-20T11:10:58.648" v="772" actId="14100"/>
        <pc:sldMkLst>
          <pc:docMk/>
          <pc:sldMk cId="3863610428" sldId="342"/>
        </pc:sldMkLst>
        <pc:spChg chg="mod">
          <ac:chgData name="Harshith Maragani" userId="057e775057b23614" providerId="LiveId" clId="{EE8BEC49-36E5-48FE-B064-8463195D3BC3}" dt="2026-09-20T11:10:58.648" v="772" actId="14100"/>
          <ac:spMkLst>
            <pc:docMk/>
            <pc:sldMk cId="3863610428" sldId="342"/>
            <ac:spMk id="3" creationId="{5F0B37E4-66B1-8633-7266-68B321742757}"/>
          </ac:spMkLst>
        </pc:spChg>
      </pc:sldChg>
      <pc:sldChg chg="addSp delSp modSp mod">
        <pc:chgData name="Harshith Maragani" userId="057e775057b23614" providerId="LiveId" clId="{EE8BEC49-36E5-48FE-B064-8463195D3BC3}" dt="2026-09-18T06:44:49.286" v="220" actId="14100"/>
        <pc:sldMkLst>
          <pc:docMk/>
          <pc:sldMk cId="3962802212" sldId="343"/>
        </pc:sldMkLst>
        <pc:picChg chg="add mod">
          <ac:chgData name="Harshith Maragani" userId="057e775057b23614" providerId="LiveId" clId="{EE8BEC49-36E5-48FE-B064-8463195D3BC3}" dt="2026-09-18T06:44:49.286" v="220" actId="14100"/>
          <ac:picMkLst>
            <pc:docMk/>
            <pc:sldMk cId="3962802212" sldId="343"/>
            <ac:picMk id="9" creationId="{0C460BCF-2BA0-DB52-2456-F8B1EC4B8979}"/>
          </ac:picMkLst>
        </pc:picChg>
      </pc:sldChg>
      <pc:sldChg chg="addSp delSp modSp mod modAnim">
        <pc:chgData name="Harshith Maragani" userId="057e775057b23614" providerId="LiveId" clId="{EE8BEC49-36E5-48FE-B064-8463195D3BC3}" dt="2026-09-18T10:39:22.174" v="541" actId="14100"/>
        <pc:sldMkLst>
          <pc:docMk/>
          <pc:sldMk cId="1698901770" sldId="344"/>
        </pc:sldMkLst>
        <pc:spChg chg="mod">
          <ac:chgData name="Harshith Maragani" userId="057e775057b23614" providerId="LiveId" clId="{EE8BEC49-36E5-48FE-B064-8463195D3BC3}" dt="2026-09-18T10:37:10.211" v="535" actId="20577"/>
          <ac:spMkLst>
            <pc:docMk/>
            <pc:sldMk cId="1698901770" sldId="344"/>
            <ac:spMk id="10" creationId="{B6E3B1C7-6A8B-23EE-6251-DC1067C6ADE9}"/>
          </ac:spMkLst>
        </pc:spChg>
        <pc:picChg chg="add mod">
          <ac:chgData name="Harshith Maragani" userId="057e775057b23614" providerId="LiveId" clId="{EE8BEC49-36E5-48FE-B064-8463195D3BC3}" dt="2026-09-18T10:39:22.174" v="541" actId="14100"/>
          <ac:picMkLst>
            <pc:docMk/>
            <pc:sldMk cId="1698901770" sldId="344"/>
            <ac:picMk id="12" creationId="{AA5051A5-6E7A-2515-2EE0-D5A99E47E3D3}"/>
          </ac:picMkLst>
        </pc:picChg>
      </pc:sldChg>
      <pc:sldChg chg="addSp modSp mod modAnim">
        <pc:chgData name="Harshith Maragani" userId="057e775057b23614" providerId="LiveId" clId="{EE8BEC49-36E5-48FE-B064-8463195D3BC3}" dt="2026-09-18T10:41:40.888" v="624" actId="255"/>
        <pc:sldMkLst>
          <pc:docMk/>
          <pc:sldMk cId="1903979828" sldId="345"/>
        </pc:sldMkLst>
        <pc:spChg chg="mod">
          <ac:chgData name="Harshith Maragani" userId="057e775057b23614" providerId="LiveId" clId="{EE8BEC49-36E5-48FE-B064-8463195D3BC3}" dt="2026-09-18T10:41:40.888" v="624" actId="255"/>
          <ac:spMkLst>
            <pc:docMk/>
            <pc:sldMk cId="1903979828" sldId="345"/>
            <ac:spMk id="10" creationId="{2B7B89A1-9444-8322-CADC-42D31D698FA8}"/>
          </ac:spMkLst>
        </pc:spChg>
        <pc:picChg chg="add mod">
          <ac:chgData name="Harshith Maragani" userId="057e775057b23614" providerId="LiveId" clId="{EE8BEC49-36E5-48FE-B064-8463195D3BC3}" dt="2026-09-18T10:31:25.526" v="387" actId="1076"/>
          <ac:picMkLst>
            <pc:docMk/>
            <pc:sldMk cId="1903979828" sldId="345"/>
            <ac:picMk id="3" creationId="{98E25EB2-925D-2728-CB27-1A1F6FB3A77E}"/>
          </ac:picMkLst>
        </pc:picChg>
        <pc:picChg chg="add mod">
          <ac:chgData name="Harshith Maragani" userId="057e775057b23614" providerId="LiveId" clId="{EE8BEC49-36E5-48FE-B064-8463195D3BC3}" dt="2026-09-18T10:40:52.304" v="543" actId="1076"/>
          <ac:picMkLst>
            <pc:docMk/>
            <pc:sldMk cId="1903979828" sldId="345"/>
            <ac:picMk id="9" creationId="{FBC241CD-782B-A578-1F46-86EEF721B040}"/>
          </ac:picMkLst>
        </pc:picChg>
      </pc:sldChg>
      <pc:sldChg chg="addSp modSp mod">
        <pc:chgData name="Harshith Maragani" userId="057e775057b23614" providerId="LiveId" clId="{EE8BEC49-36E5-48FE-B064-8463195D3BC3}" dt="2026-09-18T10:44:34.639" v="684" actId="14100"/>
        <pc:sldMkLst>
          <pc:docMk/>
          <pc:sldMk cId="1421522261" sldId="346"/>
        </pc:sldMkLst>
        <pc:spChg chg="mod">
          <ac:chgData name="Harshith Maragani" userId="057e775057b23614" providerId="LiveId" clId="{EE8BEC49-36E5-48FE-B064-8463195D3BC3}" dt="2026-09-18T10:44:16.853" v="680" actId="20577"/>
          <ac:spMkLst>
            <pc:docMk/>
            <pc:sldMk cId="1421522261" sldId="346"/>
            <ac:spMk id="10" creationId="{F85C769B-425A-FE3B-E47A-3B747985DC52}"/>
          </ac:spMkLst>
        </pc:spChg>
        <pc:picChg chg="add mod">
          <ac:chgData name="Harshith Maragani" userId="057e775057b23614" providerId="LiveId" clId="{EE8BEC49-36E5-48FE-B064-8463195D3BC3}" dt="2026-09-18T10:30:47.946" v="382" actId="1076"/>
          <ac:picMkLst>
            <pc:docMk/>
            <pc:sldMk cId="1421522261" sldId="346"/>
            <ac:picMk id="3" creationId="{DEC51B39-9896-CABD-37AF-35C9F3AF7D7A}"/>
          </ac:picMkLst>
        </pc:picChg>
        <pc:picChg chg="add mod">
          <ac:chgData name="Harshith Maragani" userId="057e775057b23614" providerId="LiveId" clId="{EE8BEC49-36E5-48FE-B064-8463195D3BC3}" dt="2026-09-18T10:44:34.639" v="684" actId="14100"/>
          <ac:picMkLst>
            <pc:docMk/>
            <pc:sldMk cId="1421522261" sldId="346"/>
            <ac:picMk id="9" creationId="{0446E556-68E3-4C1A-1BD4-C02FB9D039C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1" y="3583914"/>
            <a:ext cx="7081521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Student Name 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: </a:t>
            </a:r>
            <a:r>
              <a:rPr lang="en-US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Maragani Harshith </a:t>
            </a:r>
            <a:endParaRPr lang="en-IN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</a:rPr>
              <a:t>College Name </a:t>
            </a:r>
            <a:r>
              <a:rPr lang="en-US" b="0" dirty="0">
                <a:solidFill>
                  <a:schemeClr val="tx1"/>
                </a:solidFill>
              </a:rPr>
              <a:t>: </a:t>
            </a:r>
            <a:r>
              <a:rPr lang="en-US" b="0" dirty="0" err="1">
                <a:solidFill>
                  <a:schemeClr val="tx1"/>
                </a:solidFill>
                <a:latin typeface="+mn-lt"/>
              </a:rPr>
              <a:t>Dhanekula</a:t>
            </a:r>
            <a:r>
              <a:rPr lang="en-US" b="0" dirty="0">
                <a:solidFill>
                  <a:schemeClr val="tx1"/>
                </a:solidFill>
                <a:latin typeface="+mn-lt"/>
              </a:rPr>
              <a:t> Institute of Engineering and Technology</a:t>
            </a:r>
            <a:endParaRPr lang="en-I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44750"/>
            <a:ext cx="11846560" cy="743448"/>
          </a:xfrm>
        </p:spPr>
        <p:txBody>
          <a:bodyPr>
            <a:normAutofit/>
          </a:bodyPr>
          <a:lstStyle/>
          <a:p>
            <a:r>
              <a:rPr lang="en-GB" sz="3200" dirty="0"/>
              <a:t>Project Title – 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-2" y="4394347"/>
            <a:ext cx="543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(</a:t>
            </a:r>
            <a:r>
              <a:rPr lang="en-US" dirty="0"/>
              <a:t>STU6803a9ad099dd1745070509 </a:t>
            </a:r>
            <a:r>
              <a:rPr lang="en-US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280" y="1875556"/>
            <a:ext cx="714248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 marL="0" indent="0">
              <a:buNone/>
            </a:pPr>
            <a:r>
              <a:rPr lang="en-US" dirty="0"/>
              <a:t>     However, raw agricultural data does not clearly explain      how agricultural performance changes across seasons or what patterns can be observed in different seasonal conditions. </a:t>
            </a:r>
          </a:p>
          <a:p>
            <a:pPr marL="0" indent="0">
              <a:buNone/>
            </a:pPr>
            <a:r>
              <a:rPr lang="en-US" dirty="0"/>
              <a:t>The problem is to analyze the given agricultural dataset and investigate seasonal differences in agricultural performance by identifying meaningful patterns, trends, relationships and variations within the available data. </a:t>
            </a: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8" y="584346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57" y="658256"/>
            <a:ext cx="6276109" cy="830997"/>
          </a:xfrm>
        </p:spPr>
        <p:txBody>
          <a:bodyPr>
            <a:noAutofit/>
          </a:bodyPr>
          <a:lstStyle/>
          <a:p>
            <a:r>
              <a:rPr lang="en-GB" sz="4400" dirty="0"/>
              <a:t>Project Description</a:t>
            </a:r>
            <a:br>
              <a:rPr lang="en-GB" sz="2400" dirty="0"/>
            </a:br>
            <a:r>
              <a:rPr lang="en-US" sz="2400" b="0" dirty="0">
                <a:latin typeface="+mn-lt"/>
              </a:rPr>
              <a:t>The project analyzes seasonal agricultural data to understand variations in crop performance.</a:t>
            </a:r>
            <a:br>
              <a:rPr lang="en-US" sz="2400" b="0" dirty="0">
                <a:latin typeface="+mn-lt"/>
              </a:rPr>
            </a:br>
            <a:r>
              <a:rPr lang="en-US" sz="2400" b="0" dirty="0">
                <a:latin typeface="+mn-lt"/>
              </a:rPr>
              <a:t>It examines yield, production, profit, water usage, rainfall, and disease/pest risk.</a:t>
            </a:r>
            <a:br>
              <a:rPr lang="en-US" sz="2400" b="0" dirty="0">
                <a:latin typeface="+mn-lt"/>
              </a:rPr>
            </a:br>
            <a:r>
              <a:rPr lang="en-US" sz="2400" b="0" dirty="0">
                <a:latin typeface="+mn-lt"/>
              </a:rPr>
              <a:t>Data cleaning and statistical analysis are performed to ensure reliable results.</a:t>
            </a:r>
            <a:br>
              <a:rPr lang="en-US" sz="2400" b="0" dirty="0">
                <a:latin typeface="+mn-lt"/>
              </a:rPr>
            </a:br>
            <a:r>
              <a:rPr lang="en-US" sz="2400" b="0" dirty="0">
                <a:latin typeface="+mn-lt"/>
              </a:rPr>
              <a:t>Visualizations are used to identify seasonal patterns and relationships.</a:t>
            </a:r>
            <a:br>
              <a:rPr lang="en-US" sz="2400" b="0" dirty="0">
                <a:latin typeface="+mn-lt"/>
              </a:rPr>
            </a:br>
            <a:r>
              <a:rPr lang="en-US" sz="2400" b="0" dirty="0">
                <a:latin typeface="+mn-lt"/>
              </a:rPr>
              <a:t>The project provides evidence-based insights and recommendations for better agricultural planning</a:t>
            </a:r>
            <a:br>
              <a:rPr lang="en-GB" sz="2400" b="0" dirty="0">
                <a:latin typeface="+mn-lt"/>
              </a:rPr>
            </a:br>
            <a:endParaRPr lang="en-IN" sz="2400" b="0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/>
              <a:t>Farmers can use the analysis to understand seasonal crop performance.</a:t>
            </a:r>
            <a:br>
              <a:rPr lang="en-US" sz="3600" dirty="0"/>
            </a:br>
            <a:r>
              <a:rPr lang="en-US" sz="3600" dirty="0"/>
              <a:t>Agricultural managers can compare yield, profit, and resource efficiency.</a:t>
            </a:r>
            <a:br>
              <a:rPr lang="en-US" sz="3600" dirty="0"/>
            </a:br>
            <a:r>
              <a:rPr lang="en-US" sz="3600" dirty="0"/>
              <a:t>Researchers can study relationships between environmental conditions and agricultural outcomes.</a:t>
            </a:r>
            <a:br>
              <a:rPr lang="en-US" sz="3600" dirty="0"/>
            </a:br>
            <a:r>
              <a:rPr lang="en-US" sz="3600" dirty="0"/>
              <a:t>Agricultural organizations can use the insights for planning and resource allocation.</a:t>
            </a:r>
            <a:br>
              <a:rPr lang="en-US" sz="3600" dirty="0"/>
            </a:br>
            <a:r>
              <a:rPr lang="en-US" sz="3600" dirty="0"/>
              <a:t>Overall, the project supports data-driven agricultural decision-making.</a:t>
            </a:r>
          </a:p>
          <a:p>
            <a:pPr marL="0" indent="0">
              <a:buNone/>
            </a:pPr>
            <a:endParaRPr lang="en-US" sz="3600" b="1" dirty="0"/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1614552"/>
            <a:ext cx="9027702" cy="5243448"/>
          </a:xfrm>
        </p:spPr>
        <p:txBody>
          <a:bodyPr>
            <a:normAutofit/>
          </a:bodyPr>
          <a:lstStyle/>
          <a:p>
            <a:pPr lvl="1">
              <a:lnSpc>
                <a:spcPct val="100000"/>
              </a:lnSpc>
            </a:pPr>
            <a:r>
              <a:rPr lang="en-US" sz="2800" dirty="0"/>
              <a:t>The project is developed using </a:t>
            </a:r>
            <a:r>
              <a:rPr lang="en-US" sz="2800" b="1" dirty="0"/>
              <a:t>Python</a:t>
            </a:r>
            <a:r>
              <a:rPr lang="en-US" sz="2800" dirty="0"/>
              <a:t> in Google </a:t>
            </a:r>
            <a:r>
              <a:rPr lang="en-US" sz="2800" dirty="0" err="1"/>
              <a:t>Colab</a:t>
            </a:r>
            <a:r>
              <a:rPr lang="en-US" sz="2800" dirty="0"/>
              <a:t> environment.</a:t>
            </a:r>
            <a:br>
              <a:rPr lang="en-US" sz="2800" dirty="0"/>
            </a:br>
            <a:r>
              <a:rPr lang="en-US" sz="2800" b="1" dirty="0"/>
              <a:t>Pandas and NumPy</a:t>
            </a:r>
            <a:r>
              <a:rPr lang="en-US" sz="2800" dirty="0"/>
              <a:t> are used for data processing and analysis.</a:t>
            </a:r>
            <a:br>
              <a:rPr lang="en-US" sz="2800" dirty="0"/>
            </a:br>
            <a:r>
              <a:rPr lang="en-US" sz="2800" b="1" dirty="0"/>
              <a:t>Matplotlib</a:t>
            </a:r>
            <a:r>
              <a:rPr lang="en-US" sz="2800" dirty="0"/>
              <a:t> is used to create charts and visualizations.</a:t>
            </a:r>
            <a:br>
              <a:rPr lang="en-US" sz="2800" dirty="0"/>
            </a:br>
            <a:r>
              <a:rPr lang="en-US" sz="2800" b="1" dirty="0"/>
              <a:t>SciPy</a:t>
            </a:r>
            <a:r>
              <a:rPr lang="en-US" sz="2800" dirty="0"/>
              <a:t> is used for statistical analysis and testing.</a:t>
            </a:r>
            <a:br>
              <a:rPr lang="en-US" sz="2800" dirty="0"/>
            </a:br>
            <a:r>
              <a:rPr lang="en-US" sz="2800" dirty="0"/>
              <a:t>The project generates analytical tables, visualizations, and recommendation outputs. </a:t>
            </a:r>
            <a:endParaRPr lang="en-IN" sz="28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62C87A-4BE1-0DA2-FBA8-5DE4D7ABD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83" y="1941449"/>
            <a:ext cx="5033216" cy="37720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0C93F9-5076-E0CB-C14A-0471D6BB5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434" y="2144660"/>
            <a:ext cx="5210977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123720"/>
            <a:ext cx="11063854" cy="561860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Seasonal distribution of agriculture records and irrigation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B291DB-92D8-22A7-0AC1-605F11213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5" y="1795749"/>
            <a:ext cx="4403814" cy="4869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F75E70-958C-3C4C-AE10-C14D5E4D2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97771"/>
            <a:ext cx="4975952" cy="456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2"/>
            <a:ext cx="9967332" cy="4891989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A5051A5-6E7A-2515-2EE0-D5A99E47E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777" y="1342917"/>
            <a:ext cx="10630446" cy="489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WATER USAGE VS YIELD WITH PROFIT MAGNITUDE </a:t>
            </a:r>
            <a:endParaRPr lang="en-IN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E25EB2-925D-2728-CB27-1A1F6FB3A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879" y="2911376"/>
            <a:ext cx="6911121" cy="39466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C241CD-782B-A578-1F46-86EEF721B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85" y="2015234"/>
            <a:ext cx="3797495" cy="45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SEASONAL PRODUCTION TREND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C51B39-9896-CABD-37AF-35C9F3AF7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215" y="3200212"/>
            <a:ext cx="6521785" cy="3657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46E556-68E3-4C1A-1BD4-C02FB9D03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372" y="2000600"/>
            <a:ext cx="4275138" cy="466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694954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0"/>
            <a:ext cx="9427175" cy="5196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82C2EA-C3E7-B2FC-49FB-3C78F76ABC67}"/>
              </a:ext>
            </a:extLst>
          </p:cNvPr>
          <p:cNvSpPr txBox="1"/>
          <p:nvPr/>
        </p:nvSpPr>
        <p:spPr>
          <a:xfrm>
            <a:off x="467939" y="1876135"/>
            <a:ext cx="883934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The project can be extended by using real-time weather and agricultural data.</a:t>
            </a:r>
            <a:br>
              <a:rPr lang="en-US" sz="2800" dirty="0"/>
            </a:br>
            <a:r>
              <a:rPr lang="en-US" sz="2800" dirty="0"/>
              <a:t>Machine learning can be added to predict crop yield and profitability.</a:t>
            </a:r>
            <a:br>
              <a:rPr lang="en-US" sz="2800" dirty="0"/>
            </a:br>
            <a:r>
              <a:rPr lang="en-US" sz="2800" dirty="0"/>
              <a:t>Additional soil, fertilizer, temperature, and market-price data can improve the analysis.</a:t>
            </a:r>
            <a:br>
              <a:rPr lang="en-US" sz="2800" dirty="0"/>
            </a:br>
            <a:r>
              <a:rPr lang="en-US" sz="2800" dirty="0"/>
              <a:t>The system can eventually become a decision-support tool for precision agriculture.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6" y="1440321"/>
            <a:ext cx="9430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https://github.com/Harshith-4269/Seasonal-Agriculture-Performance-Analysis.git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460BCF-2BA0-DB52-2456-F8B1EC4B8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531344"/>
            <a:ext cx="8567196" cy="495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20" y="2971892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72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1470</TotalTime>
  <Words>426</Words>
  <Application>Microsoft Office PowerPoint</Application>
  <PresentationFormat>Widescreen</PresentationFormat>
  <Paragraphs>30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– Seasonal Agriculture Performance Analysis</vt:lpstr>
      <vt:lpstr>PROBLEM  STATEMENT</vt:lpstr>
      <vt:lpstr>Project Description The project analyzes seasonal agricultural data to understand variations in crop performance. It examines yield, production, profit, water usage, rainfall, and disease/pest risk. Data cleaning and statistical analysis are performed to ensure reliable results. Visualizations are used to identify seasonal patterns and relationships. The project provides evidence-based insights and recommendations for better agricultural planning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Harshith Maragani</cp:lastModifiedBy>
  <cp:revision>98</cp:revision>
  <dcterms:created xsi:type="dcterms:W3CDTF">2021-07-11T13:13:15Z</dcterms:created>
  <dcterms:modified xsi:type="dcterms:W3CDTF">2026-09-20T11:12:59Z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