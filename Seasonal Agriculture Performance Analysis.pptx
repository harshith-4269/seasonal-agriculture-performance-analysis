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63" d="100"/>
          <a:sy n="63" d="100"/>
        </p:scale>
        <p:origin x="724" y="5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rshith-4269/Seasonal-Agriculture-Performance-Analysis/tree/main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1" y="3583914"/>
            <a:ext cx="7081521" cy="86149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Student Name </a:t>
            </a:r>
            <a:r>
              <a:rPr lang="en-US" b="0" dirty="0">
                <a:solidFill>
                  <a:schemeClr val="tx1"/>
                </a:solidFill>
                <a:latin typeface="+mn-lt"/>
              </a:rPr>
              <a:t>: </a:t>
            </a:r>
            <a:r>
              <a:rPr lang="en-US" b="0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Maragani Harshith </a:t>
            </a:r>
            <a:endParaRPr lang="en-IN" b="0" dirty="0">
              <a:solidFill>
                <a:schemeClr val="tx1"/>
              </a:solidFill>
              <a:latin typeface="+mn-lt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</a:rPr>
              <a:t>College Name </a:t>
            </a:r>
            <a:r>
              <a:rPr lang="en-US" b="0" dirty="0">
                <a:solidFill>
                  <a:schemeClr val="tx1"/>
                </a:solidFill>
              </a:rPr>
              <a:t>: </a:t>
            </a:r>
            <a:r>
              <a:rPr lang="en-US" b="0" dirty="0" err="1">
                <a:solidFill>
                  <a:schemeClr val="tx1"/>
                </a:solidFill>
                <a:latin typeface="+mn-lt"/>
              </a:rPr>
              <a:t>Dhanekula</a:t>
            </a:r>
            <a:r>
              <a:rPr lang="en-US" b="0" dirty="0">
                <a:solidFill>
                  <a:schemeClr val="tx1"/>
                </a:solidFill>
                <a:latin typeface="+mn-lt"/>
              </a:rPr>
              <a:t> Institute of Engineering and Technology</a:t>
            </a:r>
            <a:endParaRPr lang="en-IN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44750"/>
            <a:ext cx="11846560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 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-2" y="4394347"/>
            <a:ext cx="543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(</a:t>
            </a:r>
            <a:r>
              <a:rPr lang="en-US" dirty="0"/>
              <a:t>STU6803a9ad099dd1745070509 </a:t>
            </a:r>
            <a:r>
              <a:rPr lang="en-US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5280" y="1875556"/>
            <a:ext cx="7142480" cy="360798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Agricultural activities are influenced by seasonal variations in environmental conditions, farming practices, resource availability and market conditions. As a result, agricultural performance may differ from one season to another. </a:t>
            </a:r>
          </a:p>
          <a:p>
            <a:pPr marL="0" indent="0">
              <a:buNone/>
            </a:pPr>
            <a:r>
              <a:rPr lang="en-US" dirty="0"/>
              <a:t>     However, raw agricultural data does not clearly explain      how agricultural performance changes across seasons or what patterns can be observed in different seasonal conditions. </a:t>
            </a:r>
          </a:p>
          <a:p>
            <a:pPr marL="0" indent="0">
              <a:buNone/>
            </a:pPr>
            <a:r>
              <a:rPr lang="en-US" dirty="0"/>
              <a:t>The problem is to analyze the given agricultural dataset and investigate seasonal differences in agricultural performance by identifying meaningful patterns, trends, relationships and variations within the available data. </a:t>
            </a:r>
            <a:endParaRPr lang="en-IN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8" y="584346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57" y="658256"/>
            <a:ext cx="6276109" cy="830997"/>
          </a:xfrm>
        </p:spPr>
        <p:txBody>
          <a:bodyPr>
            <a:noAutofit/>
          </a:bodyPr>
          <a:lstStyle/>
          <a:p>
            <a:r>
              <a:rPr lang="en-GB" sz="4400" dirty="0"/>
              <a:t>Project Description</a:t>
            </a:r>
            <a:br>
              <a:rPr lang="en-GB" sz="2400" dirty="0"/>
            </a:br>
            <a:r>
              <a:rPr lang="en-US" sz="2400" b="0" dirty="0">
                <a:latin typeface="+mn-lt"/>
              </a:rPr>
              <a:t>The project analyzes seasonal agricultural data to understand variations in crop performance.</a:t>
            </a:r>
            <a:br>
              <a:rPr lang="en-US" sz="2400" b="0" dirty="0">
                <a:latin typeface="+mn-lt"/>
              </a:rPr>
            </a:br>
            <a:r>
              <a:rPr lang="en-US" sz="2400" b="0" dirty="0">
                <a:latin typeface="+mn-lt"/>
              </a:rPr>
              <a:t>It examines yield, production, profit, water usage, rainfall, and disease/pest risk.</a:t>
            </a:r>
            <a:br>
              <a:rPr lang="en-US" sz="2400" b="0" dirty="0">
                <a:latin typeface="+mn-lt"/>
              </a:rPr>
            </a:br>
            <a:r>
              <a:rPr lang="en-US" sz="2400" b="0" dirty="0">
                <a:latin typeface="+mn-lt"/>
              </a:rPr>
              <a:t>Data cleaning and statistical analysis are performed to ensure reliable results.</a:t>
            </a:r>
            <a:br>
              <a:rPr lang="en-US" sz="2400" b="0" dirty="0">
                <a:latin typeface="+mn-lt"/>
              </a:rPr>
            </a:br>
            <a:r>
              <a:rPr lang="en-US" sz="2400" b="0" dirty="0">
                <a:latin typeface="+mn-lt"/>
              </a:rPr>
              <a:t>Visualizations are used to identify seasonal patterns and relationships.</a:t>
            </a:r>
            <a:br>
              <a:rPr lang="en-US" sz="2400" b="0" dirty="0">
                <a:latin typeface="+mn-lt"/>
              </a:rPr>
            </a:br>
            <a:r>
              <a:rPr lang="en-US" sz="2400" b="0" dirty="0">
                <a:latin typeface="+mn-lt"/>
              </a:rPr>
              <a:t>The project provides evidence-based insights and recommendations for better agricultural planning</a:t>
            </a:r>
            <a:br>
              <a:rPr lang="en-GB" sz="2400" b="0" dirty="0">
                <a:latin typeface="+mn-lt"/>
              </a:rPr>
            </a:br>
            <a:endParaRPr lang="en-IN" sz="2400" b="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Farmers can use the analysis to understand seasonal crop performance.</a:t>
            </a:r>
            <a:br>
              <a:rPr lang="en-US" sz="3600" dirty="0"/>
            </a:br>
            <a:r>
              <a:rPr lang="en-US" sz="3600" dirty="0"/>
              <a:t>Agricultural managers can compare yield, profit, and resource efficiency.</a:t>
            </a:r>
            <a:br>
              <a:rPr lang="en-US" sz="3600" dirty="0"/>
            </a:br>
            <a:r>
              <a:rPr lang="en-US" sz="3600" dirty="0"/>
              <a:t>Researchers can study relationships between environmental conditions and agricultural outcomes.</a:t>
            </a:r>
            <a:br>
              <a:rPr lang="en-US" sz="3600" dirty="0"/>
            </a:br>
            <a:r>
              <a:rPr lang="en-US" sz="3600" dirty="0"/>
              <a:t>Agricultural organizations can use the insights for planning and resource allocation.</a:t>
            </a:r>
            <a:br>
              <a:rPr lang="en-US" sz="3600" dirty="0"/>
            </a:br>
            <a:r>
              <a:rPr lang="en-US" sz="3600" dirty="0"/>
              <a:t>Overall, the project supports data-driven agricultural decision-making.</a:t>
            </a:r>
          </a:p>
          <a:p>
            <a:pPr marL="0" indent="0">
              <a:buNone/>
            </a:pPr>
            <a:endParaRPr lang="en-US" sz="3600" b="1" dirty="0"/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399" y="1614552"/>
            <a:ext cx="9027702" cy="5243448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800" dirty="0"/>
              <a:t>The project is developed using </a:t>
            </a:r>
            <a:r>
              <a:rPr lang="en-US" sz="2800" b="1" dirty="0"/>
              <a:t>Python</a:t>
            </a:r>
            <a:r>
              <a:rPr lang="en-US" sz="2800" dirty="0"/>
              <a:t> in Google </a:t>
            </a:r>
            <a:r>
              <a:rPr lang="en-US" sz="2800" dirty="0" err="1"/>
              <a:t>Colab</a:t>
            </a:r>
            <a:r>
              <a:rPr lang="en-US" sz="2800" dirty="0"/>
              <a:t> environment.</a:t>
            </a:r>
            <a:br>
              <a:rPr lang="en-US" sz="2800" dirty="0"/>
            </a:br>
            <a:r>
              <a:rPr lang="en-US" sz="2800" b="1" dirty="0"/>
              <a:t>Pandas and NumPy</a:t>
            </a:r>
            <a:r>
              <a:rPr lang="en-US" sz="2800" dirty="0"/>
              <a:t> are used for data processing and analysis.</a:t>
            </a:r>
            <a:br>
              <a:rPr lang="en-US" sz="2800" dirty="0"/>
            </a:br>
            <a:r>
              <a:rPr lang="en-US" sz="2800" b="1" dirty="0"/>
              <a:t>Matplotlib</a:t>
            </a:r>
            <a:r>
              <a:rPr lang="en-US" sz="2800" dirty="0"/>
              <a:t> is used to create charts and visualizations.</a:t>
            </a:r>
            <a:br>
              <a:rPr lang="en-US" sz="2800" dirty="0"/>
            </a:br>
            <a:r>
              <a:rPr lang="en-US" sz="2800" b="1" dirty="0"/>
              <a:t>SciPy</a:t>
            </a:r>
            <a:r>
              <a:rPr lang="en-US" sz="2800" dirty="0"/>
              <a:t> is used for statistical analysis and testing.</a:t>
            </a:r>
            <a:br>
              <a:rPr lang="en-US" sz="2800" dirty="0"/>
            </a:br>
            <a:r>
              <a:rPr lang="en-US" sz="2800" dirty="0"/>
              <a:t>The project generates analytical tables, visualizations, and recommendation outputs. </a:t>
            </a:r>
            <a:endParaRPr lang="en-IN" sz="280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62C87A-4BE1-0DA2-FBA8-5DE4D7ABD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83" y="1941449"/>
            <a:ext cx="5033216" cy="37720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0C93F9-5076-E0CB-C14A-0471D6BB5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434" y="2144660"/>
            <a:ext cx="5210977" cy="3568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123720"/>
            <a:ext cx="11063854" cy="5618603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Seasonal distribution of agriculture records and irrigation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B291DB-92D8-22A7-0AC1-605F11213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165" y="1795749"/>
            <a:ext cx="4403814" cy="4869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F75E70-958C-3C4C-AE10-C14D5E4D2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7771"/>
            <a:ext cx="4975952" cy="4567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2"/>
            <a:ext cx="9967332" cy="4891989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A5051A5-6E7A-2515-2EE0-D5A99E47E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777" y="1342917"/>
            <a:ext cx="10630446" cy="48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WATER USAGE VS YIELD WITH PROFIT MAGNITUDE </a:t>
            </a:r>
            <a:endParaRPr lang="en-IN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E25EB2-925D-2728-CB27-1A1F6FB3A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879" y="2911376"/>
            <a:ext cx="6911121" cy="39466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C241CD-782B-A578-1F46-86EEF721B0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985" y="2015234"/>
            <a:ext cx="3797495" cy="450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SEASONAL PRODUCTION TREND 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C51B39-9896-CABD-37AF-35C9F3AF7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0215" y="3200212"/>
            <a:ext cx="6521785" cy="36577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46E556-68E3-4C1A-1BD4-C02FB9D0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372" y="2000600"/>
            <a:ext cx="4275138" cy="466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694954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0"/>
            <a:ext cx="9427175" cy="5196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2C2EA-C3E7-B2FC-49FB-3C78F76ABC67}"/>
              </a:ext>
            </a:extLst>
          </p:cNvPr>
          <p:cNvSpPr txBox="1"/>
          <p:nvPr/>
        </p:nvSpPr>
        <p:spPr>
          <a:xfrm>
            <a:off x="467939" y="1876135"/>
            <a:ext cx="883934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/>
              <a:t>The project can be extended by using real-time weather and agricultural data.</a:t>
            </a:r>
            <a:br>
              <a:rPr lang="en-US" sz="2800" dirty="0"/>
            </a:br>
            <a:r>
              <a:rPr lang="en-US" sz="2800" dirty="0"/>
              <a:t>Machine learning can be added to predict crop yield and profitability.</a:t>
            </a:r>
            <a:br>
              <a:rPr lang="en-US" sz="2800" dirty="0"/>
            </a:br>
            <a:r>
              <a:rPr lang="en-US" sz="2800" dirty="0"/>
              <a:t>Additional soil, fertilizer, temperature, and market-price data can improve the analysis.</a:t>
            </a:r>
            <a:br>
              <a:rPr lang="en-US" sz="2800" dirty="0"/>
            </a:br>
            <a:r>
              <a:rPr lang="en-US" sz="2800" dirty="0"/>
              <a:t>The system can eventually become a decision-support tool for precision agriculture.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509021-5686-94BD-D1FF-D04D9F0D3451}"/>
              </a:ext>
            </a:extLst>
          </p:cNvPr>
          <p:cNvSpPr txBox="1"/>
          <p:nvPr/>
        </p:nvSpPr>
        <p:spPr>
          <a:xfrm>
            <a:off x="594677" y="1239078"/>
            <a:ext cx="9430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 tooltip="https://github.com/Harshith-4269/Seasonal-Agriculture-Performance-Analysis/tree/main"/>
              </a:rPr>
              <a:t>https://github.com/Harshith-4269/Seasonal-Agriculture-Performance-Analysis/tree/main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460BCF-2BA0-DB52-2456-F8B1EC4B8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531344"/>
            <a:ext cx="8567196" cy="495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20" y="2971892"/>
            <a:ext cx="11340000" cy="70011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72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1485</TotalTime>
  <Words>428</Words>
  <Application>Microsoft Office PowerPoint</Application>
  <PresentationFormat>Widescreen</PresentationFormat>
  <Paragraphs>30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 The project analyzes seasonal agricultural data to understand variations in crop performance. It examines yield, production, profit, water usage, rainfall, and disease/pest risk. Data cleaning and statistical analysis are performed to ensure reliable results. Visualizations are used to identify seasonal patterns and relationships. The project provides evidence-based insights and recommendations for better agricultural planning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Harshith Maragani</cp:lastModifiedBy>
  <cp:revision>99</cp:revision>
  <dcterms:created xsi:type="dcterms:W3CDTF">2021-07-11T13:13:15Z</dcterms:created>
  <dcterms:modified xsi:type="dcterms:W3CDTF">2026-09-20T11:27:53Z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